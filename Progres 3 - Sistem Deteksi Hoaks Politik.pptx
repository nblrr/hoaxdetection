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8.png"/><Relationship Id="rId9" Type="http://schemas.openxmlformats.org/officeDocument/2006/relationships/image" Target="../media/image-2-2.png"/><Relationship Id="rId10" Type="http://schemas.openxmlformats.org/officeDocument/2006/relationships/image" Target="../media/image-2-2.png"/><Relationship Id="rId11" Type="http://schemas.openxmlformats.org/officeDocument/2006/relationships/image" Target="../media/image-2-2.png"/><Relationship Id="rId12" Type="http://schemas.openxmlformats.org/officeDocument/2006/relationships/image" Target="../media/image-2-2.png"/><Relationship Id="rId13" Type="http://schemas.openxmlformats.org/officeDocument/2006/relationships/image" Target="../media/image-2-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86868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141732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8580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35640" y="214884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75720" y="169164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21240" y="260604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27080" y="306324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87000" y="361188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75720" y="269748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0" y="342900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18520" y="411480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80" y="4251960"/>
            <a:ext cx="82296" cy="82296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688068" y="909828"/>
            <a:ext cx="731520" cy="54864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19588" y="1458468"/>
            <a:ext cx="457200" cy="73152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1108" y="726948"/>
            <a:ext cx="-731520" cy="73152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76788" y="2189988"/>
            <a:ext cx="640080" cy="-45720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76788" y="2189988"/>
            <a:ext cx="91440" cy="91440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2388" y="2647188"/>
            <a:ext cx="1005840" cy="45720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68228" y="3104388"/>
            <a:ext cx="-640080" cy="54864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2388" y="2647188"/>
            <a:ext cx="-365760" cy="82296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28148" y="3653028"/>
            <a:ext cx="731520" cy="50292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28148" y="3653028"/>
            <a:ext cx="-274320" cy="64008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16868" y="1732788"/>
            <a:ext cx="0" cy="100584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1828800"/>
            <a:ext cx="8961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Deteksi Hoaks Politik Berbasis Hybrid Knowledge Graph dan IndoBERT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8" name="Image 0" descr="/home/claude/ppt/pngs/grap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4274820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89888" y="4160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246120" y="416052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1" name="Image 1" descr="/home/claude/ppt/png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4274820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813048" y="4160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IndoBERT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669280" y="416052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2" descr="/home/claude/ppt/png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4274820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36208" y="4160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822960" y="57150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Rizki Wardana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L0124066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PENGERJAAN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Pekerjaan yang Sudah Diselesaikan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842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png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1122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659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pic>
        <p:nvPicPr>
          <p:cNvPr id="8" name="Image 1" descr="/home/claude/ppt/png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3405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6426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dan normalisasi teks</a:t>
            </a:r>
            <a:endParaRPr lang="en-US" sz="1250" dirty="0"/>
          </a:p>
        </p:txBody>
      </p:sp>
      <p:pic>
        <p:nvPicPr>
          <p:cNvPr id="10" name="Image 2" descr="/home/claude/ppt/png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82696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3191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keyword extraction</a:t>
            </a:r>
            <a:endParaRPr lang="en-US" sz="1250" dirty="0"/>
          </a:p>
        </p:txBody>
      </p:sp>
      <p:pic>
        <p:nvPicPr>
          <p:cNvPr id="12" name="Image 3" descr="/home/claude/ppt/png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3133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1872" y="37398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construction</a:t>
            </a:r>
            <a:endParaRPr lang="en-US" sz="1250" dirty="0"/>
          </a:p>
        </p:txBody>
      </p:sp>
      <p:pic>
        <p:nvPicPr>
          <p:cNvPr id="14" name="Image 4" descr="/home/claude/ppt/png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7997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1872" y="42885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search pada Knowledge Graph</a:t>
            </a:r>
            <a:endParaRPr lang="en-US" sz="1250" dirty="0"/>
          </a:p>
        </p:txBody>
      </p:sp>
      <p:pic>
        <p:nvPicPr>
          <p:cNvPr id="16" name="Image 5" descr="/home/claude/ppt/png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28616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61872" y="4837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model IndoBERT</a:t>
            </a:r>
            <a:endParaRPr lang="en-US" sz="1250" dirty="0"/>
          </a:p>
        </p:txBody>
      </p:sp>
      <p:pic>
        <p:nvPicPr>
          <p:cNvPr id="18" name="Image 6" descr="/home/claude/ppt/pngs/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477256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61872" y="5385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mekanisme prediksi dan weighted voting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6309360" y="1691640"/>
            <a:ext cx="52120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6629400" y="198424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7" descr="/home/claude/ppt/pngs/deskto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416" y="211226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42048" y="19659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900" dirty="0"/>
          </a:p>
        </p:txBody>
      </p:sp>
      <p:pic>
        <p:nvPicPr>
          <p:cNvPr id="24" name="Image 8" descr="/home/claude/ppt/pngs/chec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734056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31152" y="26426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Pembuatan antarmuka pengguna berbasis web</a:t>
            </a:r>
            <a:endParaRPr lang="en-US" sz="1250" dirty="0"/>
          </a:p>
        </p:txBody>
      </p:sp>
      <p:pic>
        <p:nvPicPr>
          <p:cNvPr id="26" name="Image 9" descr="/home/claude/ppt/pngs/chec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28269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31152" y="3191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frontend dengan backend menggunakan API</a:t>
            </a:r>
            <a:endParaRPr lang="en-US" sz="1250" dirty="0"/>
          </a:p>
        </p:txBody>
      </p:sp>
      <p:pic>
        <p:nvPicPr>
          <p:cNvPr id="28" name="Image 10" descr="/home/claude/ppt/pngs/chec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831336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31152" y="37398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halaman verifikasi berita</a:t>
            </a:r>
            <a:endParaRPr lang="en-US" sz="1250" dirty="0"/>
          </a:p>
        </p:txBody>
      </p:sp>
      <p:pic>
        <p:nvPicPr>
          <p:cNvPr id="30" name="Image 11" descr="/home/claude/ppt/pngs/check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4379976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31152" y="42885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visualisasi Knowledge Graph</a:t>
            </a:r>
            <a:endParaRPr lang="en-US" sz="1250" dirty="0"/>
          </a:p>
        </p:txBody>
      </p:sp>
      <p:pic>
        <p:nvPicPr>
          <p:cNvPr id="32" name="Image 12" descr="/home/claude/ppt/pngs/check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4928616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931152" y="4837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halaman informasi model</a:t>
            </a:r>
            <a:endParaRPr lang="en-US" sz="1250" dirty="0"/>
          </a:p>
        </p:txBody>
      </p:sp>
      <p:sp>
        <p:nvSpPr>
          <p:cNvPr id="34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3 — Sistem Deteksi Hoaks Politik</a:t>
            </a:r>
            <a:endParaRPr lang="en-US" sz="950" dirty="0"/>
          </a:p>
        </p:txBody>
      </p:sp>
      <p:sp>
        <p:nvSpPr>
          <p:cNvPr id="35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Progres Saat Ini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08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png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488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974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backend berhasil dijalankan menggunakan FastAPI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7830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5152" y="20208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png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1488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26974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IndoBERT dan Knowledge Graph berhasil diintegrasikan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7830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94192" y="2020824"/>
            <a:ext cx="512064" cy="512064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4" name="Image 2" descr="/home/claude/ppt/pngs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488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192" y="26974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mampu menerima input berita dan melakukan proses verifikasi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6112" y="4078224"/>
            <a:ext cx="512064" cy="512064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8" name="Image 3" descr="/home/claude/ppt/png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20624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47548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prediksi, confidence score, dan referensi berita berhasil ditampilkan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89120" y="38404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45152" y="40782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pngs/plu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0624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45152" y="47548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berhasil terhubung dengan backend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38160" y="38404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94192" y="40782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ppt/pngs/glob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20624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94192" y="4754880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berhasil dideploy menggunakan Vercel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3 — Sistem Deteksi Hoaks Politik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Sistem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6949440" cy="384048"/>
          </a:xfrm>
          <a:prstGeom prst="roundRect">
            <a:avLst>
              <a:gd name="adj" fmla="val 16667"/>
            </a:avLst>
          </a:prstGeom>
          <a:solidFill>
            <a:srgbClr val="EDF1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83664"/>
            <a:ext cx="6949440" cy="192024"/>
          </a:xfrm>
          <a:prstGeom prst="rect">
            <a:avLst/>
          </a:prstGeom>
          <a:solidFill>
            <a:srgbClr val="EDF1F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28800"/>
            <a:ext cx="118872" cy="118872"/>
          </a:xfrm>
          <a:prstGeom prst="ellipse">
            <a:avLst/>
          </a:prstGeom>
          <a:solidFill>
            <a:srgbClr val="E8867A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828800"/>
            <a:ext cx="118872" cy="118872"/>
          </a:xfrm>
          <a:prstGeom prst="ellipse">
            <a:avLst/>
          </a:prstGeom>
          <a:solidFill>
            <a:srgbClr val="EFC078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828800"/>
            <a:ext cx="118872" cy="118872"/>
          </a:xfrm>
          <a:prstGeom prst="ellipse">
            <a:avLst/>
          </a:prstGeom>
          <a:solidFill>
            <a:srgbClr val="8FC98A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773936"/>
            <a:ext cx="53035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7739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hoax-detector-app.vercel.app/verifikasi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075688"/>
            <a:ext cx="6949440" cy="4142232"/>
          </a:xfrm>
          <a:prstGeom prst="rect">
            <a:avLst/>
          </a:prstGeom>
          <a:solidFill>
            <a:srgbClr val="FAFBF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3369564"/>
            <a:ext cx="914400" cy="9144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4" name="Image 0" descr="/home/claude/ppt/pngs/deskto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912" y="3579876"/>
            <a:ext cx="493776" cy="4937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44211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Tempatkan screenshot tampilan sistem di sini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955280" y="1691640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55280" y="2194560"/>
            <a:ext cx="359633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56448" y="2432304"/>
            <a:ext cx="438912" cy="43891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9" name="Image 1" descr="/home/claude/ppt/pngs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25420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23376" y="219456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verifikasi berita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955280" y="3291840"/>
            <a:ext cx="359633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56448" y="352958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home/claude/ppt/pngs/grap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363931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723376" y="329184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Knowledge Graph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955280" y="4389120"/>
            <a:ext cx="359633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56448" y="4626864"/>
            <a:ext cx="438912" cy="43891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27" name="Image 3" descr="/home/claude/ppt/pngs/clipboar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473659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23376" y="438912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References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955280" y="5486400"/>
            <a:ext cx="359633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156448" y="5724144"/>
            <a:ext cx="438912" cy="43891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31" name="Image 4" descr="/home/claude/ppt/pngs/info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583387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723376" y="5486400"/>
            <a:ext cx="2681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model dan proses verifikasi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3 — Sistem Deteksi Hoaks Politik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7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Pekerjaan Selanjutnya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45775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8308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57400" y="192938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ppt/pngs/clipbo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05282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88920" y="1783080"/>
            <a:ext cx="8259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demo sistem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715768"/>
            <a:ext cx="10545775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271576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057400" y="28620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/png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844" y="298551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715768"/>
            <a:ext cx="8259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akhir sistem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2960" y="3648456"/>
            <a:ext cx="10545775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3000" y="3648456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2057400" y="379476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ppt/pngs/fi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391820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88920" y="3648456"/>
            <a:ext cx="8259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Penyempurnaan dokumentasi proyek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22960" y="4581144"/>
            <a:ext cx="10545775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43000" y="4581144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2057400" y="472744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ppt/png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844" y="4850892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88920" y="4581144"/>
            <a:ext cx="8259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laporan akhir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22960" y="5513832"/>
            <a:ext cx="10545775" cy="786384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43000" y="551383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2057400" y="566013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home/claude/ppt/pngs/user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844" y="5783580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88920" y="5513832"/>
            <a:ext cx="8259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presentasi hasil penelitian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3 — Sistem Deteksi Hoaks Politik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Deteksi Hoaks Politik Berbasis Hybrid Knowledge Graph dan IndoBERT</dc:title>
  <dc:subject>PptxGenJS Presentation</dc:subject>
  <dc:creator>Nabil Rizki Wardana</dc:creator>
  <cp:lastModifiedBy>Nabil Rizki Wardana</cp:lastModifiedBy>
  <cp:revision>1</cp:revision>
  <dcterms:created xsi:type="dcterms:W3CDTF">2026-06-21T20:58:13Z</dcterms:created>
  <dcterms:modified xsi:type="dcterms:W3CDTF">2026-06-21T20:58:13Z</dcterms:modified>
</cp:coreProperties>
</file>